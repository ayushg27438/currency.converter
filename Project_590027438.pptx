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viewProps" Target="viewProps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rotWithShape="1">
          <a:gsLst>
            <a:gs pos="0">
              <a:srgbClr val="FFF0F5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Currency Converter in C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Ayush Gautam • Batch 59 • SAP ID: 590027438</a:t>
            </a:r>
          </a:p>
          <a:p>
            <a:pPr/>
            <a:r>
              <a:t>Course: CSEG1041 • UPES Bidholi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rotWithShape="1">
          <a:gsLst>
            <a:gs pos="0">
              <a:srgbClr val="F0FFFA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Abstract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• Simple menu-driven currency converter in C</a:t>
            </a:r>
          </a:p>
          <a:p>
            <a:pPr/>
            <a:r>
              <a:t>• Uses INR as a base currency</a:t>
            </a:r>
          </a:p>
          <a:p>
            <a:pPr/>
            <a:r>
              <a:t>• Converts across 7 global currencies</a:t>
            </a:r>
          </a:p>
          <a:p>
            <a:pPr/>
            <a:r>
              <a:t>• Easy, clean, and beginner-friendly implementation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rotWithShape="1">
          <a:gsLst>
            <a:gs pos="0">
              <a:srgbClr val="FFFAE6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Problem Definition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Users need fast and reliable currency conversion.</a:t>
            </a:r>
          </a:p>
          <a:p>
            <a:pPr/>
            <a:r>
              <a:t>Manual conversion is slow and error-prone.</a:t>
            </a:r>
          </a:p>
          <a:p>
            <a:pPr/>
            <a:r>
              <a:t>Goal: Build a program that converts currencies accurately using fixed rates.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rotWithShape="1">
          <a:gsLst>
            <a:gs pos="0">
              <a:srgbClr val="EBF5FF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Objectives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• Build a working currency converter using C</a:t>
            </a:r>
          </a:p>
          <a:p>
            <a:pPr/>
            <a:r>
              <a:t>• Use INR as a common conversion base</a:t>
            </a:r>
          </a:p>
          <a:p>
            <a:pPr/>
            <a:r>
              <a:t>• Provide clear UI and currency symbols</a:t>
            </a:r>
          </a:p>
          <a:p>
            <a:pPr/>
            <a:r>
              <a:t>• Demonstrate variables, I/O, and switch-case logic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rotWithShape="1">
          <a:gsLst>
            <a:gs pos="0">
              <a:srgbClr val="F5FFF5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System Design Overview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Design Flow:</a:t>
            </a:r>
          </a:p>
          <a:p>
            <a:pPr/>
            <a:r>
              <a:t>1. Convert Source Currency → INR</a:t>
            </a:r>
          </a:p>
          <a:p>
            <a:pPr/>
            <a:r>
              <a:t>2. Convert INR → Target Currency</a:t>
            </a:r>
          </a:p>
          <a:p>
            <a:pPr/>
          </a:p>
          <a:p>
            <a:pPr/>
            <a:r>
              <a:t>Benefits:</a:t>
            </a:r>
          </a:p>
          <a:p>
            <a:pPr/>
            <a:r>
              <a:t>• Simplifies conversion logic</a:t>
            </a:r>
          </a:p>
          <a:p>
            <a:pPr/>
            <a:r>
              <a:t>• Easy to add new currencies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rotWithShape="1">
          <a:gsLst>
            <a:gs pos="0">
              <a:srgbClr val="FAF5FF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Flowchart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Flow:</a:t>
            </a:r>
          </a:p>
          <a:p>
            <a:pPr/>
            <a:r>
              <a:t>Start → Menu → User Input → Convert to INR → Convert to Target → Output → End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rotWithShape="1">
          <a:gsLst>
            <a:gs pos="0">
              <a:srgbClr val="FFF0F5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Architecture Diagram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User Input → Conversion Engine (INR-based) → Output Result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rotWithShape="1">
          <a:gsLst>
            <a:gs pos="0">
              <a:srgbClr val="F0FFFA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Algorithm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1. Display menu</a:t>
            </a:r>
          </a:p>
          <a:p>
            <a:pPr/>
            <a:r>
              <a:t>2. Read inputs</a:t>
            </a:r>
          </a:p>
          <a:p>
            <a:pPr/>
            <a:r>
              <a:t>3. Convert FROM currency into INR</a:t>
            </a:r>
          </a:p>
          <a:p>
            <a:pPr/>
            <a:r>
              <a:t>4. Convert INR to target currency</a:t>
            </a:r>
          </a:p>
          <a:p>
            <a:pPr/>
            <a:r>
              <a:t>5. Show final result</a:t>
            </a:r>
          </a:p>
          <a:p>
            <a:pPr/>
            <a:r>
              <a:t>6. End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rotWithShape="1">
          <a:gsLst>
            <a:gs pos="0">
              <a:srgbClr val="FFFAE6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Features</a:t>
            </a:r>
          </a:p>
        </p:txBody>
      </p:sp>
      <p:sp>
        <p:nvSpPr>
          <p:cNvPr id="11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• Supports 7 international currencies</a:t>
            </a:r>
          </a:p>
          <a:p>
            <a:pPr/>
            <a:r>
              <a:t>• Displays correct currency symbols</a:t>
            </a:r>
          </a:p>
          <a:p>
            <a:pPr/>
            <a:r>
              <a:t>• Beginner-friendly interface</a:t>
            </a:r>
          </a:p>
          <a:p>
            <a:pPr/>
            <a:r>
              <a:t>• Handles invalid choices</a:t>
            </a:r>
          </a:p>
          <a:p>
            <a:pPr/>
            <a:r>
              <a:t>• Clean and modular logic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rotWithShape="1">
          <a:gsLst>
            <a:gs pos="0">
              <a:srgbClr val="EBF5FF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Sample Test Cases</a:t>
            </a:r>
          </a:p>
        </p:txBody>
      </p:sp>
      <p:sp>
        <p:nvSpPr>
          <p:cNvPr id="12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1. USD → INR: 10 USD → ₹830</a:t>
            </a:r>
          </a:p>
          <a:p>
            <a:pPr/>
            <a:r>
              <a:t>2. INR → USD: ₹830 → $10</a:t>
            </a:r>
          </a:p>
          <a:p>
            <a:pPr/>
            <a:r>
              <a:t>3. EUR → GBP: 50 EUR → £42.79</a:t>
            </a:r>
          </a:p>
          <a:p>
            <a:pPr/>
            <a:r>
              <a:t>4. JPY → AUD: 1000 JPY → A$10.36</a:t>
            </a:r>
          </a:p>
          <a:p>
            <a:pPr/>
            <a:r>
              <a:t>5. Invalid input handled correctly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rotWithShape="1">
          <a:gsLst>
            <a:gs pos="0">
              <a:srgbClr val="F5FFF5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Output Example</a:t>
            </a:r>
          </a:p>
        </p:txBody>
      </p:sp>
      <p:sp>
        <p:nvSpPr>
          <p:cNvPr id="12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———————————————</a:t>
            </a:r>
          </a:p>
          <a:p>
            <a:pPr/>
            <a:r>
              <a:t>Converted Amount: $ 10.00</a:t>
            </a:r>
          </a:p>
          <a:p>
            <a:pPr/>
            <a:r>
              <a:t>———————————————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rotWithShape="1">
          <a:gsLst>
            <a:gs pos="0">
              <a:srgbClr val="FAF5FF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  <p:sp>
        <p:nvSpPr>
          <p:cNvPr id="12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• Successfully performs currency conversion</a:t>
            </a:r>
          </a:p>
          <a:p>
            <a:pPr/>
            <a:r>
              <a:t>• Demonstrates key C programming skills</a:t>
            </a:r>
          </a:p>
          <a:p>
            <a:pPr/>
            <a:r>
              <a:t>• Simple, efficient, and easy to extend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rotWithShape="1">
          <a:gsLst>
            <a:gs pos="0">
              <a:srgbClr val="FFF0F5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Future Enhancements</a:t>
            </a:r>
          </a:p>
        </p:txBody>
      </p:sp>
      <p:sp>
        <p:nvSpPr>
          <p:cNvPr id="13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• Live exchange rate API</a:t>
            </a:r>
          </a:p>
          <a:p>
            <a:pPr/>
            <a:r>
              <a:t>• More currencies</a:t>
            </a:r>
          </a:p>
          <a:p>
            <a:pPr/>
            <a:r>
              <a:t>• GUI interface</a:t>
            </a:r>
          </a:p>
          <a:p>
            <a:pPr/>
            <a:r>
              <a:t>• Modularization using functions</a:t>
            </a:r>
          </a:p>
          <a:p>
            <a:pPr/>
            <a:r>
              <a:t>• Store history using file handling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rotWithShape="1">
          <a:gsLst>
            <a:gs pos="0">
              <a:srgbClr val="F0FFFA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References</a:t>
            </a:r>
          </a:p>
        </p:txBody>
      </p:sp>
      <p:sp>
        <p:nvSpPr>
          <p:cNvPr id="13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 C Notes given by MR.PRASHANT TRIVEDI  (UPES)</a:t>
            </a:r>
          </a:p>
          <a:p>
            <a:pPr/>
            <a:r>
              <a:t> Let us C (book) </a:t>
            </a:r>
          </a:p>
          <a:p>
            <a:pPr/>
            <a:r>
              <a:t> CodeWithHarry  - Youtube</a:t>
            </a:r>
          </a:p>
          <a:p>
            <a:pPr/>
            <a:r>
              <a:t>ChatGpt - AI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rotWithShape="1">
          <a:gsLst>
            <a:gs pos="0">
              <a:srgbClr val="FFFAE6"/>
            </a:gs>
            <a:gs pos="100000">
              <a:srgbClr val="FFFFFF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Thank You!</a:t>
            </a:r>
          </a:p>
        </p:txBody>
      </p:sp>
      <p:sp>
        <p:nvSpPr>
          <p:cNvPr id="13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Questions?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