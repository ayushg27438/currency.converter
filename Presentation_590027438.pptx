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/>
            <a:r>
              <a:t>Currency Converter in C</a:t>
            </a:r>
          </a:p>
        </p:txBody>
      </p:sp>
      <p:sp>
        <p:nvSpPr>
          <p:cNvPr id="95" name="Subtitle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  <a:defRPr sz="2200">
                <a:solidFill>
                  <a:srgbClr val="DCDCDC"/>
                </a:solidFill>
              </a:defRPr>
            </a:pPr>
            <a:r>
              <a:t>Ayush Gautam</a:t>
            </a:r>
          </a:p>
          <a:p>
            <a:pPr>
              <a:spcBef>
                <a:spcPts val="500"/>
              </a:spcBef>
              <a:defRPr sz="2200">
                <a:solidFill>
                  <a:srgbClr val="DCDCDC"/>
                </a:solidFill>
              </a:defRPr>
            </a:pPr>
            <a:r>
              <a:t>Batch 59 | SAP ID: 590027438</a:t>
            </a:r>
          </a:p>
          <a:p>
            <a:pPr>
              <a:spcBef>
                <a:spcPts val="500"/>
              </a:spcBef>
              <a:defRPr sz="2200">
                <a:solidFill>
                  <a:srgbClr val="DCDCDC"/>
                </a:solidFill>
              </a:defRPr>
            </a:pPr>
            <a:r>
              <a:t>UPES - Bidholi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/>
            <a:r>
              <a:t>Benefits of My Currency Converter Code</a:t>
            </a:r>
          </a:p>
        </p:txBody>
      </p:sp>
      <p:sp>
        <p:nvSpPr>
          <p:cNvPr id="98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  <a:defRPr sz="2200">
                <a:solidFill>
                  <a:srgbClr val="DCDCDC"/>
                </a:solidFill>
              </a:defRPr>
            </a:pPr>
            <a:r>
              <a:t>• Very easy to understand — uses only basic C concepts</a:t>
            </a:r>
          </a:p>
          <a:p>
            <a:pPr>
              <a:spcBef>
                <a:spcPts val="500"/>
              </a:spcBef>
              <a:defRPr sz="2200">
                <a:solidFill>
                  <a:srgbClr val="DCDCDC"/>
                </a:solidFill>
              </a:defRPr>
            </a:pPr>
            <a:r>
              <a:t>• Simple logic using switch-case statements</a:t>
            </a:r>
          </a:p>
          <a:p>
            <a:pPr>
              <a:spcBef>
                <a:spcPts val="500"/>
              </a:spcBef>
              <a:defRPr sz="2200">
                <a:solidFill>
                  <a:srgbClr val="DCDCDC"/>
                </a:solidFill>
              </a:defRPr>
            </a:pPr>
            <a:r>
              <a:t>• Works for multiple currencies without complexity</a:t>
            </a:r>
          </a:p>
          <a:p>
            <a:pPr>
              <a:spcBef>
                <a:spcPts val="500"/>
              </a:spcBef>
              <a:defRPr sz="2200">
                <a:solidFill>
                  <a:srgbClr val="DCDCDC"/>
                </a:solidFill>
              </a:defRPr>
            </a:pPr>
            <a:r>
              <a:t>• Beginner-friendly </a:t>
            </a:r>
          </a:p>
          <a:p>
            <a:pPr>
              <a:spcBef>
                <a:spcPts val="500"/>
              </a:spcBef>
              <a:defRPr sz="2200">
                <a:solidFill>
                  <a:srgbClr val="DCDCDC"/>
                </a:solidFill>
              </a:defRPr>
            </a:pPr>
            <a:r>
              <a:t>• Uses INR as a middle point, making conversion clean and efficient</a:t>
            </a:r>
          </a:p>
          <a:p>
            <a:pPr>
              <a:spcBef>
                <a:spcPts val="500"/>
              </a:spcBef>
              <a:defRPr sz="2200">
                <a:solidFill>
                  <a:srgbClr val="DCDCDC"/>
                </a:solidFill>
              </a:defRPr>
            </a:pPr>
            <a:r>
              <a:t>• Easy to update or add more currencies in the future</a:t>
            </a:r>
          </a:p>
          <a:p>
            <a:pPr>
              <a:spcBef>
                <a:spcPts val="500"/>
              </a:spcBef>
              <a:defRPr sz="2200">
                <a:solidFill>
                  <a:srgbClr val="DCDCDC"/>
                </a:solidFill>
              </a:defRPr>
            </a:pPr>
            <a:r>
              <a:t>• User gets clear output with correct currency symbol</a:t>
            </a:r>
          </a:p>
          <a:p>
            <a:pPr>
              <a:spcBef>
                <a:spcPts val="500"/>
              </a:spcBef>
              <a:defRPr sz="2200">
                <a:solidFill>
                  <a:srgbClr val="DCDCDC"/>
                </a:solidFill>
              </a:defRPr>
            </a:pPr>
            <a:r>
              <a:t>• Code is readable due to human-friendly comments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/>
            <a:r>
              <a:t>Why I Chose This Project</a:t>
            </a:r>
          </a:p>
        </p:txBody>
      </p:sp>
      <p:sp>
        <p:nvSpPr>
          <p:cNvPr id="101" name="Content Placeholder 2"/>
          <p:cNvSpPr txBox="1"/>
          <p:nvPr>
            <p:ph type="body" idx="1"/>
          </p:nvPr>
        </p:nvSpPr>
        <p:spPr>
          <a:xfrm>
            <a:off x="457200" y="1392970"/>
            <a:ext cx="8229600" cy="4525964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  <a:defRPr sz="2200">
                <a:solidFill>
                  <a:srgbClr val="DCDCDC"/>
                </a:solidFill>
              </a:defRPr>
            </a:pPr>
            <a:r>
              <a:t>• Currency conversion is used in real life every day</a:t>
            </a:r>
          </a:p>
          <a:p>
            <a:pPr>
              <a:spcBef>
                <a:spcPts val="500"/>
              </a:spcBef>
              <a:defRPr sz="2200">
                <a:solidFill>
                  <a:srgbClr val="DCDCDC"/>
                </a:solidFill>
              </a:defRPr>
            </a:pPr>
            <a:r>
              <a:t>• Simple yet powerful concept for learning C programming</a:t>
            </a:r>
          </a:p>
          <a:p>
            <a:pPr>
              <a:spcBef>
                <a:spcPts val="500"/>
              </a:spcBef>
              <a:defRPr sz="2200">
                <a:solidFill>
                  <a:srgbClr val="DCDCDC"/>
                </a:solidFill>
              </a:defRPr>
            </a:pPr>
            <a:r>
              <a:t>• Perfect for practicing switch-case and basic logic</a:t>
            </a:r>
          </a:p>
          <a:p>
            <a:pPr>
              <a:spcBef>
                <a:spcPts val="500"/>
              </a:spcBef>
              <a:defRPr sz="2200">
                <a:solidFill>
                  <a:srgbClr val="DCDCDC"/>
                </a:solidFill>
              </a:defRPr>
            </a:pPr>
            <a:r>
              <a:t>• Helps understand how exchange rates work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/>
            <a:r>
              <a:t>Real-Life Applications</a:t>
            </a:r>
          </a:p>
        </p:txBody>
      </p:sp>
      <p:sp>
        <p:nvSpPr>
          <p:cNvPr id="104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  <a:defRPr sz="2200">
                <a:solidFill>
                  <a:srgbClr val="DCDCDC"/>
                </a:solidFill>
              </a:defRPr>
            </a:pPr>
            <a:r>
              <a:t>• Used in travel for converting money between countries</a:t>
            </a:r>
          </a:p>
          <a:p>
            <a:pPr>
              <a:spcBef>
                <a:spcPts val="500"/>
              </a:spcBef>
              <a:defRPr sz="2200">
                <a:solidFill>
                  <a:srgbClr val="DCDCDC"/>
                </a:solidFill>
              </a:defRPr>
            </a:pPr>
            <a:r>
              <a:t>• Helpful in online shopping across different currencies</a:t>
            </a:r>
          </a:p>
          <a:p>
            <a:pPr>
              <a:spcBef>
                <a:spcPts val="500"/>
              </a:spcBef>
              <a:defRPr sz="2200">
                <a:solidFill>
                  <a:srgbClr val="DCDCDC"/>
                </a:solidFill>
              </a:defRPr>
            </a:pPr>
            <a:r>
              <a:t>• Used in banks and forex trading</a:t>
            </a:r>
          </a:p>
          <a:p>
            <a:pPr>
              <a:spcBef>
                <a:spcPts val="500"/>
              </a:spcBef>
              <a:defRPr sz="2200">
                <a:solidFill>
                  <a:srgbClr val="DCDCDC"/>
                </a:solidFill>
              </a:defRPr>
            </a:pPr>
            <a:r>
              <a:t>• Can be part of bigger financial software</a:t>
            </a:r>
          </a:p>
          <a:p>
            <a:pPr>
              <a:spcBef>
                <a:spcPts val="500"/>
              </a:spcBef>
              <a:defRPr sz="2200">
                <a:solidFill>
                  <a:srgbClr val="DCDCDC"/>
                </a:solidFill>
              </a:defRPr>
            </a:pPr>
            <a:r>
              <a:t>• Converts values quickly with clear output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/>
            <a:r>
              <a:t>Variables Used</a:t>
            </a:r>
          </a:p>
        </p:txBody>
      </p:sp>
      <p:sp>
        <p:nvSpPr>
          <p:cNvPr id="107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  <a:defRPr sz="2200">
                <a:solidFill>
                  <a:srgbClr val="DCDCDC"/>
                </a:solidFill>
              </a:defRPr>
            </a:pPr>
            <a:r>
              <a:t>from  → currency user HAS</a:t>
            </a:r>
          </a:p>
          <a:p>
            <a:pPr>
              <a:spcBef>
                <a:spcPts val="500"/>
              </a:spcBef>
              <a:defRPr sz="2200">
                <a:solidFill>
                  <a:srgbClr val="DCDCDC"/>
                </a:solidFill>
              </a:defRPr>
            </a:pPr>
            <a:r>
              <a:t>to    → currency user WANTS</a:t>
            </a:r>
          </a:p>
          <a:p>
            <a:pPr>
              <a:spcBef>
                <a:spcPts val="500"/>
              </a:spcBef>
              <a:defRPr sz="2200">
                <a:solidFill>
                  <a:srgbClr val="DCDCDC"/>
                </a:solidFill>
              </a:defRPr>
            </a:pPr>
            <a:r>
              <a:t>amount → money user enters</a:t>
            </a:r>
          </a:p>
          <a:p>
            <a:pPr>
              <a:spcBef>
                <a:spcPts val="500"/>
              </a:spcBef>
              <a:defRPr sz="2200">
                <a:solidFill>
                  <a:srgbClr val="DCDCDC"/>
                </a:solidFill>
              </a:defRPr>
            </a:pPr>
            <a:r>
              <a:t>inInr → temporary value converted into INR</a:t>
            </a:r>
          </a:p>
          <a:p>
            <a:pPr>
              <a:spcBef>
                <a:spcPts val="500"/>
              </a:spcBef>
              <a:defRPr sz="2200">
                <a:solidFill>
                  <a:srgbClr val="DCDCDC"/>
                </a:solidFill>
              </a:defRPr>
            </a:pPr>
            <a:r>
              <a:t>result → final converted amount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/>
            <a:r>
              <a:t>Exchange Rates</a:t>
            </a:r>
          </a:p>
        </p:txBody>
      </p:sp>
      <p:sp>
        <p:nvSpPr>
          <p:cNvPr id="110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  <a:defRPr sz="2200">
                <a:solidFill>
                  <a:srgbClr val="DCDCDC"/>
                </a:solidFill>
              </a:defRPr>
            </a:pPr>
            <a:r>
              <a:t>• Program uses fixed approximate rates</a:t>
            </a:r>
          </a:p>
          <a:p>
            <a:pPr>
              <a:spcBef>
                <a:spcPts val="500"/>
              </a:spcBef>
              <a:defRPr sz="2200">
                <a:solidFill>
                  <a:srgbClr val="DCDCDC"/>
                </a:solidFill>
              </a:defRPr>
            </a:pPr>
            <a:r>
              <a:t>• Example: 1 USD ≈ 83 INR</a:t>
            </a:r>
          </a:p>
          <a:p>
            <a:pPr>
              <a:spcBef>
                <a:spcPts val="500"/>
              </a:spcBef>
              <a:defRPr sz="2200">
                <a:solidFill>
                  <a:srgbClr val="DCDCDC"/>
                </a:solidFill>
              </a:defRPr>
            </a:pPr>
            <a:r>
              <a:t>• Can be updated anytime</a:t>
            </a:r>
          </a:p>
          <a:p>
            <a:pPr>
              <a:spcBef>
                <a:spcPts val="500"/>
              </a:spcBef>
              <a:defRPr sz="2200">
                <a:solidFill>
                  <a:srgbClr val="DCDCDC"/>
                </a:solidFill>
              </a:defRPr>
            </a:pPr>
            <a:r>
              <a:t>• Makes conversion easy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/>
            <a:r>
              <a:t>Step 1: Convert to INR</a:t>
            </a:r>
          </a:p>
        </p:txBody>
      </p:sp>
      <p:sp>
        <p:nvSpPr>
          <p:cNvPr id="113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  <a:defRPr sz="2200">
                <a:solidFill>
                  <a:srgbClr val="DCDCDC"/>
                </a:solidFill>
              </a:defRPr>
            </a:pPr>
            <a:r>
              <a:t>• Every currency is first converted to INR</a:t>
            </a:r>
          </a:p>
          <a:p>
            <a:pPr>
              <a:spcBef>
                <a:spcPts val="500"/>
              </a:spcBef>
              <a:defRPr sz="2200">
                <a:solidFill>
                  <a:srgbClr val="DCDCDC"/>
                </a:solidFill>
              </a:defRPr>
            </a:pPr>
            <a:r>
              <a:t>• INR works as the 'middle' currency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/>
            <a:r>
              <a:t>Step 2: Convert INR to Output Currency</a:t>
            </a:r>
          </a:p>
        </p:txBody>
      </p:sp>
      <p:sp>
        <p:nvSpPr>
          <p:cNvPr id="116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2200">
                <a:solidFill>
                  <a:srgbClr val="DCDCDC"/>
                </a:solidFill>
              </a:defRPr>
            </a:lvl1pPr>
          </a:lstStyle>
          <a:p>
            <a:pPr/>
            <a:r>
              <a:t>• INR value is then converted into the target currency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/>
            <a:r>
              <a:t>Currency Symbols Used</a:t>
            </a:r>
          </a:p>
        </p:txBody>
      </p:sp>
      <p:sp>
        <p:nvSpPr>
          <p:cNvPr id="119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  <a:defRPr sz="2200">
                <a:solidFill>
                  <a:srgbClr val="DCDCDC"/>
                </a:solidFill>
              </a:defRPr>
            </a:pPr>
            <a:r>
              <a:t>₹  - Indian Rupee</a:t>
            </a:r>
          </a:p>
          <a:p>
            <a:pPr>
              <a:spcBef>
                <a:spcPts val="500"/>
              </a:spcBef>
              <a:defRPr sz="2200">
                <a:solidFill>
                  <a:srgbClr val="DCDCDC"/>
                </a:solidFill>
              </a:defRPr>
            </a:pPr>
            <a:r>
              <a:t>$  - US Dollar</a:t>
            </a:r>
          </a:p>
          <a:p>
            <a:pPr>
              <a:spcBef>
                <a:spcPts val="500"/>
              </a:spcBef>
              <a:defRPr sz="2200">
                <a:solidFill>
                  <a:srgbClr val="DCDCDC"/>
                </a:solidFill>
              </a:defRPr>
            </a:pPr>
            <a:r>
              <a:t>€  - Euro</a:t>
            </a:r>
          </a:p>
          <a:p>
            <a:pPr>
              <a:spcBef>
                <a:spcPts val="500"/>
              </a:spcBef>
              <a:defRPr sz="2200">
                <a:solidFill>
                  <a:srgbClr val="DCDCDC"/>
                </a:solidFill>
              </a:defRPr>
            </a:pPr>
            <a:r>
              <a:t>£  - British Pound</a:t>
            </a:r>
          </a:p>
          <a:p>
            <a:pPr>
              <a:spcBef>
                <a:spcPts val="500"/>
              </a:spcBef>
              <a:defRPr sz="2200">
                <a:solidFill>
                  <a:srgbClr val="DCDCDC"/>
                </a:solidFill>
              </a:defRPr>
            </a:pPr>
            <a:r>
              <a:t>¥  - Japanese Yen</a:t>
            </a:r>
          </a:p>
          <a:p>
            <a:pPr>
              <a:spcBef>
                <a:spcPts val="500"/>
              </a:spcBef>
              <a:defRPr sz="2200">
                <a:solidFill>
                  <a:srgbClr val="DCDCDC"/>
                </a:solidFill>
              </a:defRPr>
            </a:pPr>
            <a:r>
              <a:t>A$ - Australian Dollar</a:t>
            </a:r>
          </a:p>
          <a:p>
            <a:pPr rtl="1">
              <a:spcBef>
                <a:spcPts val="500"/>
              </a:spcBef>
              <a:defRPr sz="2200">
                <a:solidFill>
                  <a:srgbClr val="DCDCDC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د</a:t>
            </a:r>
            <a:r>
              <a:t>.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إ </a:t>
            </a:r>
            <a:r>
              <a:t>- UAE Dirham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/>
            <a:r>
              <a:t>Main Logic (Code Summary)</a:t>
            </a:r>
          </a:p>
        </p:txBody>
      </p:sp>
      <p:sp>
        <p:nvSpPr>
          <p:cNvPr id="122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  <a:defRPr sz="2200">
                <a:solidFill>
                  <a:srgbClr val="DCDCDC"/>
                </a:solidFill>
              </a:defRPr>
            </a:pPr>
            <a:r>
              <a:t>switch(from) → convert to INR</a:t>
            </a:r>
          </a:p>
          <a:p>
            <a:pPr>
              <a:spcBef>
                <a:spcPts val="500"/>
              </a:spcBef>
              <a:defRPr sz="2200">
                <a:solidFill>
                  <a:srgbClr val="DCDCDC"/>
                </a:solidFill>
              </a:defRPr>
            </a:pPr>
            <a:r>
              <a:t>switch(to)   → convert INR to final currency</a:t>
            </a:r>
          </a:p>
          <a:p>
            <a:pPr>
              <a:spcBef>
                <a:spcPts val="500"/>
              </a:spcBef>
              <a:defRPr sz="2200">
                <a:solidFill>
                  <a:srgbClr val="DCDCDC"/>
                </a:solidFill>
              </a:defRPr>
            </a:pPr>
            <a:r>
              <a:t>Simple and easy approach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/>
            <a:r>
              <a:t>Final Output</a:t>
            </a:r>
          </a:p>
        </p:txBody>
      </p:sp>
      <p:sp>
        <p:nvSpPr>
          <p:cNvPr id="125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2200">
                <a:solidFill>
                  <a:srgbClr val="DCDCDC"/>
                </a:solidFill>
              </a:defRPr>
            </a:lvl1pPr>
          </a:lstStyle>
          <a:p>
            <a:pPr/>
            <a:r>
              <a:t>• Shows converted amount with correct currency symbol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/>
            <a:r>
              <a:t>Thank You!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